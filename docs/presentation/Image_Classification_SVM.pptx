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Image Classification - Dog vs Lion with SVM</a:t>
            </a:r>
          </a:p>
          <a:p>
            <a:r>
              <a:rPr sz="2000">
                <a:solidFill>
                  <a:srgbClr val="009EDB"/>
                </a:solidFill>
              </a:rPr>
              <a:t>Build-your-own image dataset from Bing, turn pixels into features and classify images with a grid-searched Support Vector Machine - then predict any image from a URL.</a:t>
            </a:r>
          </a:p>
          <a:p>
            <a:r>
              <a:rPr sz="1400">
                <a:solidFill>
                  <a:srgbClr val="FFFFFF"/>
                </a:solidFill>
              </a:rPr>
              <a:t>
Hemanth Phani Sai Mothukuri  |  github.com/Hemanth9336/Image-Classification-SVM-Dog-vs-Lion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The project in plain English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 photo is a grid of coloured dots - each dot is 3 numbers (red, green, blue).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We download 60 dog and lion photos, shrink them to 150x150 and turn each into 67,500 numbers.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An SVM learns to separate the dog lists from the lion lists.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Paste any image URL and the model says dog or lion.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Problem &amp; real-world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Binary image classification on a self-collected dataset with an automatically tuned SVM.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Image classification powers medical imaging, quality inspection, retail visual search and wildlife monitoring.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Teaches the core idea that every image is a vector of numbers - the basis of image embeddings and multimodal LLMs.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Shows automatic hyper-parameter tuning (GridSearchCV) and model saving/loading (pickle).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Provides a clear baseline to measure the gain from CNNs, transfer learning and CLIP.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Custom dog vs lion image set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Bing Images via bing-image-downloader (limit=30, adult_filter_off=True)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60 images (30 per class), resized to 150 x 150 x 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Class index: 0 = dog, 1 = 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Images are not stored in the repo - they are downloaded fresh in the notebook, so results vary slightly per run.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Web-scraped images include varied backgrounds, cartoons and text overlays (noisy labels).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Python 3 / Google Colab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Notebook runtime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bing-image-downloader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Automated dataset collection from Bing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scikit-image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imread (files and URLs) and resize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Image arrays, flattening, label arrays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scikit-learn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train_test_split, SVC, GridSearchCV, accuracy, confusion matrix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Matplotlib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Class distribution bar chart, image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pickle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Saving and loading the trained model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ipython-autotime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Cell execution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Architecture (end-to-end pipeline)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Bing download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6982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imread + resize 150x150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Flatten 67,500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Split 70/30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680" y="2011680"/>
            <a:ext cx="168402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GridSearch SVM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20300" y="2011680"/>
            <a:ext cx="1684020" cy="1371600"/>
          </a:xfrm>
          <a:prstGeom prst="round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Pickle + URL predict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122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5384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6646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7908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1700" y="2697480"/>
            <a:ext cx="2286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749039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One Colab notebook; dataset is created on the fly.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12 SVM configurations x 5-fold CV = 60 training runs.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Modern upgrade: CLIP / CNN embeddings + vector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High-Level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85216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Image Downloader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Fetch N images per category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bing-image-downloader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Read, resize, normalise, flatten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scikit-image,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Splitter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Train/test split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scikit-learn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Model Tuner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GridSearchCV over SVC configs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Evaluator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Accuracy, confusion matrix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scikit-learn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Model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Serialise / deserialise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pickle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Predictor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Classify image from URL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scikit-image + SVM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Low-Level Design - key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downloader.download('dog'|'lion', limit=30).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imread -&gt; resize(150,150,3) -&gt; flatten; label = CATEGORIES.index.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train_test_split(test_size=0.3, random_state=102) -&gt; 42 / 18.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GridSearchCV(SVC(probability=True)): linear C in {1,10,100,1000}; rbf C x gamma in {0.001, 0.0001}.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accuracy 0.611; confusion [[6,2],[5,5]].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pickle.dump(clf) -&gt; img_model.p; predict from user 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760720"/>
                <a:gridCol w="2926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it works (short)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Support Vector Machine (SVC) with GridSearchCV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Finds the widest-margin boundary between dog and lion pixel vectors; grid search picks kernel, C and gamma.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Test accuracy 61.1% (11/18). Confusion matrix (pred x actual): [[6, 2], [5, 5]].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60 images (30 dog, 30 lion) from Bing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Train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42 / 18 images (70/30, random_state=102)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Features per image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67,500 (150 x 150 x 3 RGB, scaled 0-1)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Model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GridSearchCV over 12 SVM configurations, 5-fold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61.1% (11 / 18)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Confusion matrix (rows = predicted, cols = 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[[6, 2], [5, 5]]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Sample inference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Golden-retriever URL -&gt; dog (correct)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74743"/>
            <a:ext cx="11064240" cy="240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• With only 42 training images and raw pixels, the SVM mostly learns colour/background statistics (e.g. savanna tones for lions).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• Using a pre-trained CNN or CLIP embedding instead of raw pixels typically pushes the same dog-vs-lion task above 95%.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Bridge to GenAI &amp; future AI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GenAI skill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Connection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Embeddings &amp; vector DBs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Swap the 67,500 raw pixels for a 512-dim CLIP embedding; store embeddings in FAISS/Chroma to search 'find images like this one'.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Pre-training vs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Use a CNN/ViT pre-trained on ImageNet (transfer learning) and fine-tune only the last layer on the 60 images.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GPT architecture / attention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Vision Transformers (ViT) apply the same self-attention as GPT to 16x16 image patches instead of words.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Prompt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CLIP zero-shot: compare the image embedding with text prompts 'a photo of a dog' vs 'a photo of a lion' - no training needed.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GenAI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Multimodal LLMs can classify *and explain* ('It is a lion: tawny coat, mane, savanna background'); diffusion models can generate extra training images.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Fine-tuning vs prompting vs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Tiny dataset -&gt; prompting a vision LLM or CLIP zero-shot often beats training from scratch.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AI Agents / AI Tools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An agent can call this classifier (or a vision API) as a tool inside a wildlife-camera or e-commerce cataloguing workflow.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</a:rP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Only 60 images; results depend heavily on what Bing returns.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Raw pixel features - no shape, edge or texture understanding.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No data augmentation, no class-probability threshold analysis.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Print clf.best_params_ and cross-validation scores.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Replace raw pixels with HOG, pre-trained CNN (MobileNet/ResNet) or CLIP embeddings.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Increase to 300+ images per class with augmentation (flip, crop, colour jitter).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Serve with Gradio/Streamlit and add CLIP zero-shot classification for any label.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Images are vectors - the root idea of image embeddings.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Features matter more than the classifier: raw pixels cap accuracy.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GridSearchCV + pickle = reproducible, reusable models.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• Next: CLIP zero-shot and vision LLMs classify with a text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